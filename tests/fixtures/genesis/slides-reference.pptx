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retained: Original heading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retained: Keep slide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retained: Keep slide three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Original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Editable body content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Editable body content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slide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Editable body content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